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969" r:id="rId3"/>
    <p:sldId id="282" r:id="rId5"/>
    <p:sldId id="257" r:id="rId6"/>
    <p:sldId id="274" r:id="rId7"/>
  </p:sldIdLst>
  <p:sldSz cx="12192000" cy="6858000"/>
  <p:notesSz cx="6858000" cy="9144000"/>
  <p:embeddedFontLst>
    <p:embeddedFont>
      <p:font typeface="Arial Black" panose="020B0A04020102020204"/>
      <p:bold r:id="rId11"/>
    </p:embeddedFont>
    <p:embeddedFont>
      <p:font typeface="Arial Black" panose="020B0A04020102020204" pitchFamily="34" charset="0"/>
      <p:bold r:id="rId12"/>
    </p:embeddedFont>
    <p:embeddedFont>
      <p:font typeface="Calibri" panose="020F0502020204030204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Arial Narrow" panose="020B0606020202030204" pitchFamily="3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000000"/>
          </p15:clr>
        </p15:guide>
        <p15:guide id="2" pos="3883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A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16" y="54"/>
      </p:cViewPr>
      <p:guideLst>
        <p:guide orient="horz" pos="2211"/>
        <p:guide pos="38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F5F780A-7F88-0B4C-8086-7B548D83018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/>
              </a:rPr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638ACF1-379E-4E22-BA3C-0D9FDA679A29}" type="datetime1">
              <a:rPr lang="fr-FR" smtClean="0"/>
            </a:fld>
            <a:endParaRPr lang="fr-FR" smtClean="0"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108;p1"/>
          <p:cNvGrpSpPr/>
          <p:nvPr userDrawn="1"/>
        </p:nvGrpSpPr>
        <p:grpSpPr>
          <a:xfrm>
            <a:off x="2332317" y="57205"/>
            <a:ext cx="7996159" cy="2833396"/>
            <a:chOff x="1550830" y="-158393"/>
            <a:chExt cx="7996159" cy="2833396"/>
          </a:xfrm>
        </p:grpSpPr>
        <p:pic>
          <p:nvPicPr>
            <p:cNvPr id="7" name="Google Shape;109;p1"/>
            <p:cNvPicPr preferRelativeResize="0"/>
            <p:nvPr/>
          </p:nvPicPr>
          <p:blipFill rotWithShape="1">
            <a:blip r:embed="rId3"/>
            <a:srcRect l="-758" t="11968" r="21149" b="9905"/>
            <a:stretch>
              <a:fillRect/>
            </a:stretch>
          </p:blipFill>
          <p:spPr>
            <a:xfrm>
              <a:off x="5216329" y="-158393"/>
              <a:ext cx="4330660" cy="2833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0;p1"/>
            <p:cNvPicPr preferRelativeResize="0"/>
            <p:nvPr/>
          </p:nvPicPr>
          <p:blipFill rotWithShape="1">
            <a:blip r:embed="rId4"/>
            <a:srcRect l="6273" t="6604" r="9832"/>
            <a:stretch>
              <a:fillRect/>
            </a:stretch>
          </p:blipFill>
          <p:spPr>
            <a:xfrm>
              <a:off x="4682516" y="119399"/>
              <a:ext cx="1736039" cy="2461640"/>
            </a:xfrm>
            <a:prstGeom prst="rect">
              <a:avLst/>
            </a:prstGeom>
            <a:noFill/>
            <a:ln>
              <a:noFill/>
            </a:ln>
            <a:effectLst>
              <a:outerShdw blurRad="190500" algn="tl" rotWithShape="0">
                <a:srgbClr val="000000">
                  <a:alpha val="69803"/>
                </a:srgbClr>
              </a:outerShdw>
            </a:effectLst>
          </p:spPr>
        </p:pic>
        <p:pic>
          <p:nvPicPr>
            <p:cNvPr id="9" name="Google Shape;111;p1"/>
            <p:cNvPicPr preferRelativeResize="0"/>
            <p:nvPr/>
          </p:nvPicPr>
          <p:blipFill rotWithShape="1">
            <a:blip r:embed="rId5"/>
            <a:srcRect l="6475" t="8310" r="5446" b="-1"/>
            <a:stretch>
              <a:fillRect/>
            </a:stretch>
          </p:blipFill>
          <p:spPr>
            <a:xfrm>
              <a:off x="1550830" y="119398"/>
              <a:ext cx="3131686" cy="24640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751145" y="3003233"/>
            <a:ext cx="10493342" cy="1385888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101600" indent="0" algn="ctr">
              <a:buNone/>
              <a:defRPr sz="3200" cap="all" baseline="0">
                <a:solidFill>
                  <a:schemeClr val="accent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 err="1"/>
              <a:t>Intitulé</a:t>
            </a:r>
            <a:r>
              <a:rPr lang="en-US" dirty="0"/>
              <a:t> du </a:t>
            </a:r>
            <a:r>
              <a:rPr lang="en-US" dirty="0" err="1"/>
              <a:t>thème</a:t>
            </a:r>
            <a:endParaRPr lang="fr-FR" dirty="0"/>
          </a:p>
        </p:txBody>
      </p:sp>
      <p:sp>
        <p:nvSpPr>
          <p:cNvPr id="14" name="Google Shape;105;p1"/>
          <p:cNvSpPr txBox="1"/>
          <p:nvPr userDrawn="1"/>
        </p:nvSpPr>
        <p:spPr>
          <a:xfrm>
            <a:off x="3396000" y="6080795"/>
            <a:ext cx="5400000" cy="720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9B86"/>
              </a:buClr>
              <a:buSzPts val="1600"/>
              <a:buFont typeface="Arial" panose="020B0604020202020204"/>
              <a:buNone/>
            </a:pPr>
            <a:r>
              <a:rPr lang="fr-FR" sz="1600" b="1" i="0" u="none" strike="noStrike" cap="none" dirty="0">
                <a:solidFill>
                  <a:srgbClr val="169B86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+228 70 45 34 81 / 99 99 93 80</a:t>
            </a:r>
            <a:br>
              <a:rPr lang="fr-FR" sz="1600" b="1" i="0" u="none" strike="noStrike" cap="none" dirty="0">
                <a:solidFill>
                  <a:srgbClr val="169B86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</a:br>
            <a:r>
              <a:rPr lang="fr-FR" sz="1600" b="1" i="0" u="none" strike="noStrike" cap="none" dirty="0">
                <a:solidFill>
                  <a:srgbClr val="169B86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info@kya-energy.com / www.kya-energy.com</a:t>
            </a:r>
            <a:endParaRPr sz="1600" b="1" i="0" u="none" strike="noStrike" cap="none" dirty="0">
              <a:solidFill>
                <a:srgbClr val="169B86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751145" y="4593355"/>
            <a:ext cx="10493342" cy="1385888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51145" y="4644131"/>
            <a:ext cx="3373745" cy="1335112"/>
          </a:xfrm>
          <a:noFill/>
        </p:spPr>
        <p:txBody>
          <a:bodyPr anchor="ctr">
            <a:normAutofit/>
          </a:bodyPr>
          <a:lstStyle>
            <a:lvl1pPr marL="101600" indent="0" algn="l">
              <a:lnSpc>
                <a:spcPct val="100000"/>
              </a:lnSpc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noProof="0" dirty="0"/>
              <a:t>Présenté par :</a:t>
            </a:r>
            <a:endParaRPr lang="fr-FR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7199313" y="4643438"/>
            <a:ext cx="3619500" cy="1335087"/>
          </a:xfrm>
        </p:spPr>
        <p:txBody>
          <a:bodyPr anchor="ctr">
            <a:normAutofit/>
          </a:bodyPr>
          <a:lstStyle>
            <a:lvl1pPr marL="101600" indent="0">
              <a:lnSpc>
                <a:spcPct val="100000"/>
              </a:lnSpc>
              <a:buNone/>
              <a:defRPr sz="2200" b="1"/>
            </a:lvl1pPr>
          </a:lstStyle>
          <a:p>
            <a:pPr lvl="0"/>
            <a:r>
              <a:rPr lang="fr-FR" dirty="0"/>
              <a:t>Maître de stage :</a:t>
            </a:r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ransition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4536" y="2904382"/>
            <a:ext cx="8390144" cy="1049235"/>
          </a:xfrm>
        </p:spPr>
        <p:txBody>
          <a:bodyPr anchor="ctr"/>
          <a:lstStyle>
            <a:lvl1pPr marL="1028700" indent="-1028700">
              <a:buFont typeface="+mj-lt"/>
              <a:buAutoNum type="romanUcPeriod"/>
              <a:defRPr/>
            </a:lvl1pPr>
          </a:lstStyle>
          <a:p>
            <a:r>
              <a:rPr lang="en-US" dirty="0"/>
              <a:t>Heading</a:t>
            </a:r>
            <a:endParaRPr lang="fr-FR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559791" y="3256712"/>
            <a:ext cx="365760" cy="351692"/>
          </a:xfrm>
          <a:prstGeom prst="rect">
            <a:avLst/>
          </a:prstGeom>
          <a:solidFill>
            <a:srgbClr val="F6A3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 userDrawn="1"/>
        </p:nvSpPr>
        <p:spPr>
          <a:xfrm>
            <a:off x="1127883" y="3253154"/>
            <a:ext cx="365760" cy="35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 userDrawn="1"/>
        </p:nvSpPr>
        <p:spPr>
          <a:xfrm>
            <a:off x="2008237" y="3758762"/>
            <a:ext cx="365760" cy="351692"/>
          </a:xfrm>
          <a:prstGeom prst="rect">
            <a:avLst/>
          </a:prstGeom>
          <a:solidFill>
            <a:srgbClr val="F6A3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2009959" y="3253154"/>
            <a:ext cx="365760" cy="35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16"/>
          <p:cNvCxnSpPr/>
          <p:nvPr userDrawn="1"/>
        </p:nvCxnSpPr>
        <p:spPr>
          <a:xfrm>
            <a:off x="2460127" y="2317652"/>
            <a:ext cx="0" cy="222269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ransition 2">
    <p:bg>
      <p:bgPr>
        <a:solidFill>
          <a:srgbClr val="F0A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4536" y="2904382"/>
            <a:ext cx="8390144" cy="1049235"/>
          </a:xfrm>
        </p:spPr>
        <p:txBody>
          <a:bodyPr anchor="ctr"/>
          <a:lstStyle>
            <a:lvl1pPr marL="1028700" indent="-1028700">
              <a:buClr>
                <a:schemeClr val="accent6"/>
              </a:buClr>
              <a:buFont typeface="+mj-lt"/>
              <a:buAutoNum type="romanUcPeriod"/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Heading</a:t>
            </a:r>
            <a:endParaRPr lang="fr-FR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559791" y="3256712"/>
            <a:ext cx="365760" cy="35169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 userDrawn="1"/>
        </p:nvSpPr>
        <p:spPr>
          <a:xfrm>
            <a:off x="1127883" y="3253154"/>
            <a:ext cx="365760" cy="35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 userDrawn="1"/>
        </p:nvSpPr>
        <p:spPr>
          <a:xfrm>
            <a:off x="2008237" y="3758762"/>
            <a:ext cx="365760" cy="35169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2009959" y="3253154"/>
            <a:ext cx="365760" cy="35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16"/>
          <p:cNvCxnSpPr/>
          <p:nvPr userDrawn="1"/>
        </p:nvCxnSpPr>
        <p:spPr>
          <a:xfrm>
            <a:off x="2460127" y="2317652"/>
            <a:ext cx="0" cy="222269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>
                <a:solidFill>
                  <a:srgbClr val="F4BD8B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F4BD8B"/>
                </a:solidFill>
              </a:defRPr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>
                <a:solidFill>
                  <a:srgbClr val="F4BD8B"/>
                </a:solidFill>
              </a:defRPr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>
                <a:solidFill>
                  <a:srgbClr val="F4BD8B"/>
                </a:solidFill>
              </a:defRPr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rgbClr val="F4BD8B"/>
                </a:solidFill>
              </a:defRPr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rgbClr val="F4BD8B"/>
                </a:solidFill>
              </a:defRPr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rgbClr val="F4BD8B"/>
                </a:solidFill>
              </a:defRPr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rgbClr val="F4BD8B"/>
                </a:solidFill>
              </a:defRPr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rgbClr val="F4BD8B"/>
                </a:solidFill>
              </a:defRPr>
            </a:lvl9pPr>
          </a:lstStyle>
          <a:p/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30CA308-1406-4678-B627-44A325C6FD35}" type="datetime1">
              <a:rPr lang="fr-FR" smtClean="0"/>
            </a:fld>
            <a:endParaRPr lang="fr-FR" smtClean="0"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re et contenu">
  <p:cSld name="Titre et contenu 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 hasCustomPrompt="1"/>
          </p:nvPr>
        </p:nvSpPr>
        <p:spPr>
          <a:xfrm>
            <a:off x="394148" y="579436"/>
            <a:ext cx="10660706" cy="82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 panose="020B0A04020102020204"/>
              <a:buNone/>
              <a:defRPr sz="4000"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Heading</a:t>
            </a:r>
            <a:endParaRPr dirty="0"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394148" y="1703693"/>
            <a:ext cx="9603275" cy="361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>
                <a:solidFill>
                  <a:srgbClr val="169B8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" name="Google Shape;12;p20"/>
          <p:cNvSpPr txBox="1">
            <a:spLocks noGrp="1"/>
          </p:cNvSpPr>
          <p:nvPr>
            <p:ph type="dt" idx="10"/>
          </p:nvPr>
        </p:nvSpPr>
        <p:spPr>
          <a:xfrm>
            <a:off x="1422009" y="6472408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32884329-252E-442A-8106-2EECF5266777}" type="datetime1">
              <a:rPr lang="fr-FR" smtClean="0"/>
            </a:fld>
            <a:endParaRPr dirty="0"/>
          </a:p>
        </p:txBody>
      </p:sp>
      <p:sp>
        <p:nvSpPr>
          <p:cNvPr id="8" name="Google Shape;13;p20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© KYA-Energy Group 2025      |     www.kya-energy.com</a:t>
            </a:r>
            <a:endParaRPr lang="en-US" dirty="0"/>
          </a:p>
        </p:txBody>
      </p:sp>
      <p:sp>
        <p:nvSpPr>
          <p:cNvPr id="9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9788772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matchingName="Titre et contenu">
  <p:cSld name="Titre et contenu 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 hasCustomPrompt="1"/>
          </p:nvPr>
        </p:nvSpPr>
        <p:spPr>
          <a:xfrm>
            <a:off x="394148" y="579436"/>
            <a:ext cx="10660706" cy="82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 panose="020B0A04020102020204"/>
              <a:buNone/>
              <a:defRPr sz="4000">
                <a:solidFill>
                  <a:schemeClr val="accent6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Heading</a:t>
            </a:r>
            <a:endParaRPr dirty="0"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394148" y="1703693"/>
            <a:ext cx="9603275" cy="361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>
                <a:solidFill>
                  <a:srgbClr val="169B8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" name="Google Shape;12;p20"/>
          <p:cNvSpPr txBox="1">
            <a:spLocks noGrp="1"/>
          </p:cNvSpPr>
          <p:nvPr>
            <p:ph type="dt" idx="10"/>
          </p:nvPr>
        </p:nvSpPr>
        <p:spPr>
          <a:xfrm>
            <a:off x="1422009" y="6472408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AC472C2A-881B-437B-B2C6-3D861F4311D4}" type="datetime1">
              <a:rPr lang="fr-FR" smtClean="0"/>
            </a:fld>
            <a:endParaRPr dirty="0"/>
          </a:p>
        </p:txBody>
      </p:sp>
      <p:sp>
        <p:nvSpPr>
          <p:cNvPr id="8" name="Google Shape;13;p20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© KYA-Energy Group 2025      |     www.kya-energy.com</a:t>
            </a:r>
            <a:endParaRPr lang="en-US" dirty="0"/>
          </a:p>
        </p:txBody>
      </p:sp>
      <p:sp>
        <p:nvSpPr>
          <p:cNvPr id="9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9788772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>
  <p:cSld name="Titre de sec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4BD8B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4BD8B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F4BD8B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F4BD8B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F4BD8B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F4BD8B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F4BD8B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F4BD8B"/>
                </a:solidFill>
              </a:defRPr>
            </a:lvl9pPr>
          </a:lstStyle>
          <a:p/>
        </p:txBody>
      </p:sp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12;p20"/>
          <p:cNvSpPr txBox="1">
            <a:spLocks noGrp="1"/>
          </p:cNvSpPr>
          <p:nvPr>
            <p:ph type="dt" idx="10"/>
          </p:nvPr>
        </p:nvSpPr>
        <p:spPr>
          <a:xfrm>
            <a:off x="1422009" y="6472408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123E09A-C005-4400-8E45-58AAAEE9EF6D}" type="datetime1">
              <a:rPr lang="fr-FR" smtClean="0"/>
            </a:fld>
            <a:endParaRPr dirty="0"/>
          </a:p>
        </p:txBody>
      </p:sp>
      <p:sp>
        <p:nvSpPr>
          <p:cNvPr id="8" name="Google Shape;13;p20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© KYA-Energy Group 2025      |     www.kya-energy.com</a:t>
            </a:r>
            <a:endParaRPr lang="en-US" dirty="0"/>
          </a:p>
        </p:txBody>
      </p:sp>
      <p:sp>
        <p:nvSpPr>
          <p:cNvPr id="9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9788772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eux contenus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>
            <a:spLocks noGrp="1"/>
          </p:cNvSpPr>
          <p:nvPr>
            <p:ph type="body" idx="2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43" name="Google Shape;43;p2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5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CD69BB7-4204-497D-9EF6-92C2919B7E12}" type="datetime1">
              <a:rPr lang="fr-FR" smtClean="0"/>
            </a:fld>
            <a:endParaRPr lang="fr-FR" smtClean="0"/>
          </a:p>
        </p:txBody>
      </p:sp>
      <p:sp>
        <p:nvSpPr>
          <p:cNvPr id="45" name="Google Shape;45;p25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ison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0" name="Google Shape;50;p26"/>
          <p:cNvSpPr txBox="1">
            <a:spLocks noGrp="1"/>
          </p:cNvSpPr>
          <p:nvPr>
            <p:ph type="body" idx="2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6"/>
          <p:cNvSpPr txBox="1">
            <a:spLocks noGrp="1"/>
          </p:cNvSpPr>
          <p:nvPr>
            <p:ph type="body" idx="3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2" name="Google Shape;52;p26"/>
          <p:cNvSpPr txBox="1">
            <a:spLocks noGrp="1"/>
          </p:cNvSpPr>
          <p:nvPr>
            <p:ph type="body" idx="4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53" name="Google Shape;53;p2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26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30B110A-E632-4440-A544-C3CE563CCCD8}" type="datetime1">
              <a:rPr lang="fr-FR" smtClean="0"/>
            </a:fld>
            <a:endParaRPr lang="fr-FR" smtClean="0"/>
          </a:p>
        </p:txBody>
      </p:sp>
      <p:sp>
        <p:nvSpPr>
          <p:cNvPr id="55" name="Google Shape;55;p26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56" name="Google Shape;56;p26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re seul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>
            <a:spLocks noGrp="1"/>
          </p:cNvSpPr>
          <p:nvPr>
            <p:ph type="dt" idx="10"/>
          </p:nvPr>
        </p:nvSpPr>
        <p:spPr>
          <a:xfrm>
            <a:off x="4009079" y="6687745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73D07BC-A423-44CE-91B2-3044598FE641}" type="datetime1">
              <a:rPr lang="fr-FR" smtClean="0"/>
            </a:fld>
            <a:endParaRPr lang="fr-FR" smtClean="0"/>
          </a:p>
        </p:txBody>
      </p:sp>
      <p:sp>
        <p:nvSpPr>
          <p:cNvPr id="60" name="Google Shape;60;p27"/>
          <p:cNvSpPr txBox="1">
            <a:spLocks noGrp="1"/>
          </p:cNvSpPr>
          <p:nvPr>
            <p:ph type="ftr" idx="11"/>
          </p:nvPr>
        </p:nvSpPr>
        <p:spPr>
          <a:xfrm>
            <a:off x="2492588" y="6494816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61" name="Google Shape;61;p27"/>
          <p:cNvSpPr txBox="1">
            <a:spLocks noGrp="1"/>
          </p:cNvSpPr>
          <p:nvPr>
            <p:ph type="sldNum" idx="12"/>
          </p:nvPr>
        </p:nvSpPr>
        <p:spPr>
          <a:xfrm>
            <a:off x="10918289" y="6371442"/>
            <a:ext cx="657086" cy="31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l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  <p:cxnSp>
        <p:nvCxnSpPr>
          <p:cNvPr id="62" name="Google Shape;62;p2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Vide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8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4B9EBBC-3419-414E-9FA6-F960FDB05C32}" type="datetime1">
              <a:rPr lang="fr-FR" smtClean="0"/>
            </a:fld>
            <a:endParaRPr lang="fr-FR" smtClean="0"/>
          </a:p>
        </p:txBody>
      </p:sp>
      <p:sp>
        <p:nvSpPr>
          <p:cNvPr id="65" name="Google Shape;65;p28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66" name="Google Shape;66;p28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u avec légende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 panose="020B0A040201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>
            <a:spLocks noGrp="1"/>
          </p:cNvSpPr>
          <p:nvPr>
            <p:ph type="body" idx="1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9"/>
          <p:cNvSpPr txBox="1">
            <a:spLocks noGrp="1"/>
          </p:cNvSpPr>
          <p:nvPr>
            <p:ph type="body" idx="2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71" name="Google Shape;71;p29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29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F576A7F-7ADC-4E01-94BA-F9BFBC35932D}" type="datetime1">
              <a:rPr lang="fr-FR" smtClean="0"/>
            </a:fld>
            <a:endParaRPr lang="fr-FR" smtClean="0"/>
          </a:p>
        </p:txBody>
      </p:sp>
      <p:sp>
        <p:nvSpPr>
          <p:cNvPr id="73" name="Google Shape;73;p29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74" name="Google Shape;74;p29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 avec légende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0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7" name="Google Shape;77;p3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372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78;p3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 panose="020B0A0402010202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>
            <a:spLocks noGrp="1"/>
          </p:cNvSpPr>
          <p:nvPr>
            <p:ph type="pic" idx="2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1" name="Google Shape;81;p30"/>
          <p:cNvSpPr txBox="1">
            <a:spLocks noGrp="1"/>
          </p:cNvSpPr>
          <p:nvPr>
            <p:ph type="body" idx="1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82" name="Google Shape;82;p30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30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925018B-2E06-458B-8CB9-F6410A1A4C33}" type="datetime1">
              <a:rPr lang="fr-FR" smtClean="0"/>
            </a:fld>
            <a:endParaRPr lang="fr-FR" smtClean="0"/>
          </a:p>
        </p:txBody>
      </p:sp>
      <p:sp>
        <p:nvSpPr>
          <p:cNvPr id="84" name="Google Shape;84;p30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85" name="Google Shape;85;p30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re et texte vertical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>
            <a:spLocks noGrp="1"/>
          </p:cNvSpPr>
          <p:nvPr>
            <p:ph type="body" idx="1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89" name="Google Shape;89;p3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31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395598C-F393-4373-959C-43BFF2481FC6}" type="datetime1">
              <a:rPr lang="fr-FR" smtClean="0"/>
            </a:fld>
            <a:endParaRPr lang="fr-FR" smtClean="0"/>
          </a:p>
        </p:txBody>
      </p:sp>
      <p:sp>
        <p:nvSpPr>
          <p:cNvPr id="91" name="Google Shape;91;p31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92" name="Google Shape;92;p31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itre vertical et texte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 txBox="1">
            <a:spLocks noGrp="1"/>
          </p:cNvSpPr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 Black" panose="020B0A0402010202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>
            <a:spLocks noGrp="1"/>
          </p:cNvSpPr>
          <p:nvPr>
            <p:ph type="body" idx="1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96" name="Google Shape;96;p32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32"/>
          <p:cNvSpPr txBox="1">
            <a:spLocks noGrp="1"/>
          </p:cNvSpPr>
          <p:nvPr>
            <p:ph type="dt" idx="10"/>
          </p:nvPr>
        </p:nvSpPr>
        <p:spPr>
          <a:xfrm>
            <a:off x="640084" y="64928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94D26A2-52C5-44C9-930D-3599F0CE8E09}" type="datetime1">
              <a:rPr lang="fr-FR" smtClean="0"/>
            </a:fld>
            <a:endParaRPr lang="fr-FR" smtClean="0"/>
          </a:p>
        </p:txBody>
      </p:sp>
      <p:sp>
        <p:nvSpPr>
          <p:cNvPr id="98" name="Google Shape;98;p32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© KYA-Energy Group 2025      |     www.kya-energy.com</a:t>
            </a:r>
            <a:endParaRPr lang="en-US"/>
          </a:p>
        </p:txBody>
      </p:sp>
      <p:sp>
        <p:nvSpPr>
          <p:cNvPr id="99" name="Google Shape;99;p32"/>
          <p:cNvSpPr txBox="1">
            <a:spLocks noGrp="1"/>
          </p:cNvSpPr>
          <p:nvPr>
            <p:ph type="sldNum" idx="12"/>
          </p:nvPr>
        </p:nvSpPr>
        <p:spPr>
          <a:xfrm>
            <a:off x="10604697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5918-76DF-43F7-B5B7-D2BC977077DF}" type="datetime1">
              <a:rPr lang="fr-FR" smtClean="0"/>
            </a:fld>
            <a:endParaRPr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© KYA-Energy Group 2025      |     www.kya-energy.com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5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 Black" panose="020B0A04020102020204"/>
              <a:buNone/>
              <a:defRPr sz="4800" b="0" i="0" u="none" strike="noStrike" cap="none">
                <a:solidFill>
                  <a:schemeClr val="dk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1422009" y="6472408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D0645918-76DF-43F7-B5B7-D2BC977077DF}" type="datetime1">
              <a:rPr lang="fr-FR" smtClean="0"/>
            </a:fld>
            <a:endParaRPr dirty="0"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744351" y="6492875"/>
            <a:ext cx="5181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© KYA-Energy Group 2025      |     www.kya-energy.com</a:t>
            </a:r>
            <a:endParaRPr lang="en-US" dirty="0"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9788772" y="6492875"/>
            <a:ext cx="5509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</a:fld>
            <a:endParaRPr lang="fr-F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hyperlink" Target="mailto:info@kya-energy.com" TargetMode="Externa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0" y="0"/>
            <a:ext cx="12192000" cy="4758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1641853" y="129989"/>
          <a:ext cx="9386596" cy="1107138"/>
        </p:xfrm>
        <a:graphic>
          <a:graphicData uri="http://schemas.openxmlformats.org/drawingml/2006/table">
            <a:tbl>
              <a:tblPr firstRow="1" firstCol="1" bandRow="1"/>
              <a:tblGrid>
                <a:gridCol w="2208041"/>
                <a:gridCol w="4970514"/>
                <a:gridCol w="2208041"/>
              </a:tblGrid>
              <a:tr h="369046">
                <a:tc row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28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REGISTRE DES STAGIAIRES 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4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Move beyond the sky !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9046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4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RH-ENG-05-V01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9046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03/03/2026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050" name="Image 3449856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103" y="197016"/>
            <a:ext cx="872176" cy="96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641853" y="1424849"/>
          <a:ext cx="9386596" cy="4280196"/>
        </p:xfrm>
        <a:graphic>
          <a:graphicData uri="http://schemas.openxmlformats.org/drawingml/2006/table">
            <a:tbl>
              <a:tblPr firstRow="1" firstCol="1" bandRow="1"/>
              <a:tblGrid>
                <a:gridCol w="2354158"/>
                <a:gridCol w="5132749"/>
                <a:gridCol w="1899689"/>
              </a:tblGrid>
              <a:tr h="279147">
                <a:tc>
                  <a:txBody>
                    <a:bodyPr/>
                    <a:lstStyle/>
                    <a:p>
                      <a:pPr marL="635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009A86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Titre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Plateforme de Gestion des Entrées et de Sorties</a:t>
                      </a:r>
                      <a:endParaRPr lang="fr-FR" sz="1800" b="1" kern="10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  <a:tr h="275736">
                <a:tc>
                  <a:txBody>
                    <a:bodyPr/>
                    <a:lstStyle/>
                    <a:p>
                      <a:pPr marL="635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>
                          <a:solidFill>
                            <a:srgbClr val="009A86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Nature du document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 Confidentiel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  <a:tr h="275862">
                <a:tc>
                  <a:txBody>
                    <a:bodyPr/>
                    <a:lstStyle/>
                    <a:p>
                      <a:pPr marL="635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>
                          <a:solidFill>
                            <a:srgbClr val="009A86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Statut/Version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Initiale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  <a:tr h="27573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Personne/poste</a:t>
                      </a:r>
                      <a:endParaRPr lang="fr-FR" sz="1800" b="1" kern="10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Dates</a:t>
                      </a:r>
                      <a:endParaRPr lang="fr-FR" sz="1800" b="1" kern="10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2052">
                <a:tc>
                  <a:txBody>
                    <a:bodyPr/>
                    <a:lstStyle/>
                    <a:p>
                      <a:pPr marL="635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>
                          <a:solidFill>
                            <a:srgbClr val="009A86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Rédigé par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ctr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800" b="1" kern="100" noProof="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GBANDI WAKE</a:t>
                      </a:r>
                      <a:endParaRPr lang="fr-FR" sz="1800" b="1" kern="100" noProof="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09/04/2026</a:t>
                      </a:r>
                      <a:endParaRPr lang="fr-FR" sz="1800" b="1" kern="10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6638">
                <a:tc>
                  <a:txBody>
                    <a:bodyPr/>
                    <a:lstStyle/>
                    <a:p>
                      <a:pPr marL="635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009A86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Vérifié par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ctr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800" b="1" kern="100" noProof="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Jean-Claude MESSAN</a:t>
                      </a:r>
                      <a:endParaRPr lang="fr-FR" sz="1800" b="1" kern="100" noProof="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fr-FR" sz="18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F99D32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8308">
                <a:tc>
                  <a:txBody>
                    <a:bodyPr/>
                    <a:lstStyle/>
                    <a:p>
                      <a:pPr marL="635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009A86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Validé par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800" b="1" kern="10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fr-FR" sz="18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F99D32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091">
                <a:tc>
                  <a:txBody>
                    <a:bodyPr/>
                    <a:lstStyle/>
                    <a:p>
                      <a:pPr marL="635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009A86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Contact de l’entreprise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KYA-Energy Group</a:t>
                      </a:r>
                      <a:endParaRPr lang="fr-FR" sz="1800" b="1" kern="10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6350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08BP 81101 AGOENYIVE, LOGOPE</a:t>
                      </a:r>
                      <a:endParaRPr lang="fr-FR" sz="1800" b="1" kern="10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635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Tél. : +228 70 45 34 81 /99 99 93 80</a:t>
                      </a:r>
                      <a:endParaRPr lang="fr-FR" sz="1800" kern="100" dirty="0">
                        <a:solidFill>
                          <a:srgbClr val="F99D3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hlinkClick r:id="rId2"/>
                        </a:rPr>
                        <a:t>info@kya-energy.com</a:t>
                      </a:r>
                      <a:r>
                        <a:rPr lang="fr-FR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</a:t>
                      </a:r>
                      <a:endParaRPr lang="fr-FR" sz="1800" b="1" kern="100" dirty="0">
                        <a:solidFill>
                          <a:srgbClr val="F99D32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635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1" kern="100" dirty="0">
                          <a:solidFill>
                            <a:srgbClr val="F99D32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LOME-TOGO</a:t>
                      </a:r>
                      <a:endParaRPr lang="fr-FR" sz="1800" kern="100" dirty="0">
                        <a:solidFill>
                          <a:srgbClr val="F99D3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64" marR="37564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63500" algn="ctr" defTabSz="914400" rtl="0" eaLnBrk="1" latinLnBrk="0" hangingPunct="1">
              <a:lnSpc>
                <a:spcPct val="107000"/>
              </a:lnSpc>
              <a:spcAft>
                <a:spcPts val="800"/>
              </a:spcAft>
            </a:pPr>
            <a:r>
              <a:rPr lang="fr-FR" kern="100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  <a:sym typeface="+mn-ea"/>
              </a:rPr>
              <a:t>09/04/2026</a:t>
            </a:r>
            <a:endParaRPr lang="fr-FR" kern="100" dirty="0">
              <a:solidFill>
                <a:schemeClr val="bg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© KYA-Energy Group 202</a:t>
            </a:r>
            <a:r>
              <a:rPr lang="fr-FR" altLang="en-US"/>
              <a:t>6</a:t>
            </a:r>
            <a:r>
              <a:rPr lang="en-US"/>
              <a:t>      |     www.kya-energy.com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fr-FR" dirty="0">
                <a:sym typeface="Arial Black" panose="020B0A04020102020204"/>
              </a:rPr>
              <a:t> digitalisation du business MODEL </a:t>
            </a:r>
            <a:endParaRPr lang="fr-FR" dirty="0">
              <a:sym typeface="Arial Black" panose="020B0A040201020202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F0A02B"/>
                </a:solidFill>
              </a:rPr>
              <a:t>Présenté par : </a:t>
            </a:r>
            <a:endParaRPr lang="fr-FR" b="1" dirty="0">
              <a:solidFill>
                <a:srgbClr val="F0A02B"/>
              </a:solidFill>
            </a:endParaRPr>
          </a:p>
          <a:p>
            <a:r>
              <a:rPr lang="fr-FR" b="0" dirty="0"/>
              <a:t>GBANDI WAKE</a:t>
            </a:r>
            <a:endParaRPr lang="fr-FR" b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b="1" dirty="0"/>
              <a:t>Maître de stage :</a:t>
            </a:r>
            <a:endParaRPr lang="fr-FR" b="1" dirty="0"/>
          </a:p>
          <a:p>
            <a:r>
              <a:rPr lang="fr-FR" b="0" dirty="0">
                <a:solidFill>
                  <a:schemeClr val="accent6"/>
                </a:solidFill>
              </a:rPr>
              <a:t>MARC LOMOU</a:t>
            </a:r>
            <a:br>
              <a:rPr lang="fr-FR" b="0" dirty="0">
                <a:solidFill>
                  <a:schemeClr val="accent6"/>
                </a:solidFill>
              </a:rPr>
            </a:br>
            <a:r>
              <a:rPr lang="fr-FR" b="0" dirty="0">
                <a:solidFill>
                  <a:schemeClr val="accent6"/>
                </a:solidFill>
              </a:rPr>
              <a:t>MESSAN Jean-Claude</a:t>
            </a:r>
            <a:endParaRPr lang="fr-FR" b="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/>
          <p:nvPr/>
        </p:nvSpPr>
        <p:spPr>
          <a:xfrm>
            <a:off x="2849150" y="999105"/>
            <a:ext cx="9072780" cy="242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 i="0" u="sng" strike="noStrike" cap="none" dirty="0">
                <a:solidFill>
                  <a:schemeClr val="dk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Plan</a:t>
            </a:r>
            <a:r>
              <a:rPr lang="fr-FR" sz="3200" b="1" i="0" u="none" strike="noStrike" cap="none" dirty="0">
                <a:solidFill>
                  <a:srgbClr val="169B86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 </a:t>
            </a:r>
            <a:endParaRPr lang="fr-FR" sz="3200" b="1" i="0" u="none" strike="noStrike" cap="none" dirty="0">
              <a:solidFill>
                <a:srgbClr val="169B86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fr-FR" sz="3200" b="1" dirty="0">
              <a:solidFill>
                <a:srgbClr val="169B86"/>
              </a:solidFill>
              <a:latin typeface="Arial Black" panose="020B0A04020102020204" pitchFamily="34" charset="0"/>
              <a:cs typeface="Arial Black" panose="020B0A04020102020204" pitchFamily="34" charset="0"/>
              <a:sym typeface="Arial Black" panose="020B0A040201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fr-FR" sz="3200" b="1" dirty="0">
              <a:solidFill>
                <a:srgbClr val="169B86"/>
              </a:solidFill>
              <a:latin typeface="Arial Black" panose="020B0A04020102020204" pitchFamily="34" charset="0"/>
              <a:cs typeface="Arial Black" panose="020B0A04020102020204" pitchFamily="34" charset="0"/>
              <a:sym typeface="Arial Black" panose="020B0A040201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9B86"/>
              </a:buClr>
              <a:buSzPts val="3200"/>
              <a:buFont typeface="Arial Black" panose="020B0A04020102020204"/>
              <a:buNone/>
            </a:pPr>
            <a:r>
              <a:rPr lang="fr-FR" sz="2800" b="1" i="0" u="none" strike="noStrike" cap="none" dirty="0">
                <a:solidFill>
                  <a:srgbClr val="169B86"/>
                </a:solidFill>
                <a:latin typeface="Arial Black" panose="020B0A04020102020204" pitchFamily="34" charset="0"/>
                <a:ea typeface="Arial" panose="020B0604020202020204"/>
                <a:cs typeface="Arial Black" panose="020B0A04020102020204" pitchFamily="34" charset="0"/>
                <a:sym typeface="Arial" panose="020B0604020202020204"/>
              </a:rPr>
              <a:t>I - Démo</a:t>
            </a:r>
            <a:endParaRPr lang="fr-FR" sz="2800" b="1" i="0" u="none" strike="noStrike" cap="none" dirty="0">
              <a:solidFill>
                <a:srgbClr val="169B8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9B86"/>
              </a:buClr>
              <a:buSzPts val="3200"/>
              <a:buFont typeface="Arial Black" panose="020B0A04020102020204"/>
              <a:buNone/>
            </a:pPr>
            <a:endParaRPr lang="fr-FR" sz="2800" b="1" i="0" u="none" strike="noStrike" cap="none" dirty="0">
              <a:solidFill>
                <a:srgbClr val="169B8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864475" y="2354632"/>
            <a:ext cx="365760" cy="351692"/>
          </a:xfrm>
          <a:prstGeom prst="rect">
            <a:avLst/>
          </a:prstGeom>
          <a:solidFill>
            <a:srgbClr val="F6A3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432567" y="2354632"/>
            <a:ext cx="365760" cy="351692"/>
          </a:xfrm>
          <a:prstGeom prst="rect">
            <a:avLst/>
          </a:prstGeom>
          <a:solidFill>
            <a:srgbClr val="169B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2336117" y="2768800"/>
            <a:ext cx="365760" cy="351692"/>
          </a:xfrm>
          <a:prstGeom prst="rect">
            <a:avLst/>
          </a:prstGeom>
          <a:solidFill>
            <a:srgbClr val="F6A3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2314643" y="2354632"/>
            <a:ext cx="365760" cy="351692"/>
          </a:xfrm>
          <a:prstGeom prst="rect">
            <a:avLst/>
          </a:prstGeom>
          <a:solidFill>
            <a:srgbClr val="169B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24" name="Google Shape;124;p2"/>
          <p:cNvCxnSpPr/>
          <p:nvPr/>
        </p:nvCxnSpPr>
        <p:spPr>
          <a:xfrm>
            <a:off x="2764811" y="533400"/>
            <a:ext cx="0" cy="4248000"/>
          </a:xfrm>
          <a:prstGeom prst="straightConnector1">
            <a:avLst/>
          </a:prstGeom>
          <a:noFill/>
          <a:ln w="19050" cap="flat" cmpd="sng">
            <a:solidFill>
              <a:srgbClr val="169B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63500" algn="ctr" defTabSz="914400" rtl="0" eaLnBrk="1" latinLnBrk="0" hangingPunct="1">
              <a:lnSpc>
                <a:spcPct val="107000"/>
              </a:lnSpc>
              <a:spcAft>
                <a:spcPts val="800"/>
              </a:spcAft>
            </a:pPr>
            <a:r>
              <a:rPr lang="fr-FR" kern="100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  <a:sym typeface="+mn-ea"/>
              </a:rPr>
              <a:t>09/04/2026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© KYA-Energy Group 202</a:t>
            </a:r>
            <a:r>
              <a:rPr lang="fr-FR" altLang="en-US"/>
              <a:t>6</a:t>
            </a:r>
            <a:r>
              <a:rPr lang="en-US"/>
              <a:t>     |     www.kya-energy.com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 txBox="1"/>
          <p:nvPr/>
        </p:nvSpPr>
        <p:spPr>
          <a:xfrm>
            <a:off x="956345" y="4363723"/>
            <a:ext cx="10412266" cy="8512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9E25"/>
              </a:buClr>
              <a:buSzPts val="3600"/>
              <a:buFont typeface="Arial Black" panose="020B0A04020102020204"/>
              <a:buNone/>
            </a:pPr>
            <a:r>
              <a:rPr lang="fr-FR" sz="3600" b="1" dirty="0">
                <a:solidFill>
                  <a:srgbClr val="F29E2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MERCI POUR VOTRE ATTENTION</a:t>
            </a:r>
            <a:endParaRPr sz="3600" b="1" dirty="0">
              <a:solidFill>
                <a:srgbClr val="F29E25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3658596" y="5681003"/>
            <a:ext cx="5400000" cy="720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9B86"/>
              </a:buClr>
              <a:buSzPts val="1600"/>
              <a:buFont typeface="Arial" panose="020B0604020202020204"/>
              <a:buNone/>
            </a:pPr>
            <a:r>
              <a:rPr lang="fr-FR" sz="1600" b="1">
                <a:solidFill>
                  <a:srgbClr val="169B86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+228 70 45 34 81 / 99 99 93 80</a:t>
            </a:r>
            <a:br>
              <a:rPr lang="fr-FR" sz="1600" b="1">
                <a:solidFill>
                  <a:srgbClr val="169B86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</a:br>
            <a:r>
              <a:rPr lang="fr-FR" sz="1600" b="1">
                <a:solidFill>
                  <a:srgbClr val="169B86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info@kya-energy.com / www.kya-energy.com</a:t>
            </a:r>
            <a:endParaRPr sz="1600" b="1">
              <a:solidFill>
                <a:srgbClr val="169B86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grpSp>
        <p:nvGrpSpPr>
          <p:cNvPr id="295" name="Google Shape;295;p19"/>
          <p:cNvGrpSpPr/>
          <p:nvPr/>
        </p:nvGrpSpPr>
        <p:grpSpPr>
          <a:xfrm>
            <a:off x="198782" y="194603"/>
            <a:ext cx="1440000" cy="1440000"/>
            <a:chOff x="198782" y="194603"/>
            <a:chExt cx="1440000" cy="1440000"/>
          </a:xfrm>
        </p:grpSpPr>
        <p:sp>
          <p:nvSpPr>
            <p:cNvPr id="296" name="Google Shape;296;p19"/>
            <p:cNvSpPr/>
            <p:nvPr/>
          </p:nvSpPr>
          <p:spPr>
            <a:xfrm>
              <a:off x="198782" y="194603"/>
              <a:ext cx="1440000" cy="14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297" name="Google Shape;297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380655" y="313299"/>
              <a:ext cx="1080000" cy="12026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" name="Google Shape;298;p19"/>
          <p:cNvGrpSpPr/>
          <p:nvPr/>
        </p:nvGrpSpPr>
        <p:grpSpPr>
          <a:xfrm>
            <a:off x="2668708" y="972728"/>
            <a:ext cx="7996159" cy="2833396"/>
            <a:chOff x="1550830" y="-158393"/>
            <a:chExt cx="7996159" cy="2833396"/>
          </a:xfrm>
        </p:grpSpPr>
        <p:pic>
          <p:nvPicPr>
            <p:cNvPr id="299" name="Google Shape;299;p19"/>
            <p:cNvPicPr preferRelativeResize="0"/>
            <p:nvPr/>
          </p:nvPicPr>
          <p:blipFill rotWithShape="1">
            <a:blip r:embed="rId3"/>
            <a:srcRect l="-758" t="11968" r="21149" b="9905"/>
            <a:stretch>
              <a:fillRect/>
            </a:stretch>
          </p:blipFill>
          <p:spPr>
            <a:xfrm>
              <a:off x="5216329" y="-158393"/>
              <a:ext cx="4330660" cy="2833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19"/>
            <p:cNvPicPr preferRelativeResize="0"/>
            <p:nvPr/>
          </p:nvPicPr>
          <p:blipFill rotWithShape="1">
            <a:blip r:embed="rId4"/>
            <a:srcRect l="6273" t="6604" r="9832"/>
            <a:stretch>
              <a:fillRect/>
            </a:stretch>
          </p:blipFill>
          <p:spPr>
            <a:xfrm>
              <a:off x="4682516" y="119399"/>
              <a:ext cx="1736039" cy="2461640"/>
            </a:xfrm>
            <a:prstGeom prst="rect">
              <a:avLst/>
            </a:prstGeom>
            <a:noFill/>
            <a:ln>
              <a:noFill/>
            </a:ln>
            <a:effectLst>
              <a:outerShdw blurRad="190500" algn="tl" rotWithShape="0">
                <a:srgbClr val="000000">
                  <a:alpha val="69803"/>
                </a:srgbClr>
              </a:outerShdw>
            </a:effectLst>
          </p:spPr>
        </p:pic>
        <p:pic>
          <p:nvPicPr>
            <p:cNvPr id="301" name="Google Shape;301;p19"/>
            <p:cNvPicPr preferRelativeResize="0"/>
            <p:nvPr/>
          </p:nvPicPr>
          <p:blipFill rotWithShape="1">
            <a:blip r:embed="rId5"/>
            <a:srcRect l="6475" t="8310" r="5446" b="-1"/>
            <a:stretch>
              <a:fillRect/>
            </a:stretch>
          </p:blipFill>
          <p:spPr>
            <a:xfrm>
              <a:off x="1550830" y="119398"/>
              <a:ext cx="3131686" cy="24640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KYA-Energy Group 1">
      <a:dk1>
        <a:srgbClr val="F0A02B"/>
      </a:dk1>
      <a:lt1>
        <a:srgbClr val="FFFFFF"/>
      </a:lt1>
      <a:dk2>
        <a:srgbClr val="169B86"/>
      </a:dk2>
      <a:lt2>
        <a:srgbClr val="FFFFFF"/>
      </a:lt2>
      <a:accent1>
        <a:srgbClr val="000000"/>
      </a:accent1>
      <a:accent2>
        <a:srgbClr val="F0A02B"/>
      </a:accent2>
      <a:accent3>
        <a:srgbClr val="169B86"/>
      </a:accent3>
      <a:accent4>
        <a:srgbClr val="FFFFFF"/>
      </a:accent4>
      <a:accent5>
        <a:srgbClr val="F0A02B"/>
      </a:accent5>
      <a:accent6>
        <a:srgbClr val="169B86"/>
      </a:accent6>
      <a:hlink>
        <a:srgbClr val="F0A02B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WPS Presentation</Application>
  <PresentationFormat>Grand écran</PresentationFormat>
  <Paragraphs>88</Paragraphs>
  <Slides>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SimSun</vt:lpstr>
      <vt:lpstr>Wingdings</vt:lpstr>
      <vt:lpstr>Arial</vt:lpstr>
      <vt:lpstr>Arial Black</vt:lpstr>
      <vt:lpstr>Arial Black</vt:lpstr>
      <vt:lpstr>Calibri</vt:lpstr>
      <vt:lpstr>Calibri</vt:lpstr>
      <vt:lpstr>Times New Roman</vt:lpstr>
      <vt:lpstr>Arial Narrow</vt:lpstr>
      <vt:lpstr>Microsoft YaHei</vt:lpstr>
      <vt:lpstr>Arial Unicode MS</vt:lpstr>
      <vt:lpstr>Galerie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Rock</dc:creator>
  <cp:lastModifiedBy>USER</cp:lastModifiedBy>
  <cp:revision>86</cp:revision>
  <dcterms:created xsi:type="dcterms:W3CDTF">2020-08-22T18:57:00Z</dcterms:created>
  <dcterms:modified xsi:type="dcterms:W3CDTF">2026-04-16T13:45:12Z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DEF3A19392584ED08DE3DBCA84EB92D1_12</vt:lpwstr>
  </property>
  <property fmtid="{D5CDD505-2E9C-101B-9397-08002B2CF9AE}" pid="3" name="KSOProductBuildVer">
    <vt:lpwstr>1036-12.1.0.25242</vt:lpwstr>
  </property>
</Properties>
</file>